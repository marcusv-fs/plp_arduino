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58" r:id="rId4"/>
    <p:sldId id="278" r:id="rId5"/>
    <p:sldId id="279" r:id="rId6"/>
    <p:sldId id="280" r:id="rId7"/>
    <p:sldId id="285" r:id="rId8"/>
    <p:sldId id="281" r:id="rId9"/>
    <p:sldId id="284" r:id="rId10"/>
    <p:sldId id="282" r:id="rId11"/>
    <p:sldId id="283" r:id="rId12"/>
    <p:sldId id="275" r:id="rId13"/>
  </p:sldIdLst>
  <p:sldSz cx="9144000" cy="5143500" type="screen16x9"/>
  <p:notesSz cx="6858000" cy="9144000"/>
  <p:embeddedFontLst>
    <p:embeddedFont>
      <p:font typeface="Roboto" panose="020B0604020202020204" charset="0"/>
      <p:regular r:id="rId16"/>
      <p:bold r:id="rId17"/>
      <p:italic r:id="rId18"/>
      <p:boldItalic r:id="rId19"/>
    </p:embeddedFont>
    <p:embeddedFont>
      <p:font typeface="Roboto Light" panose="020B0604020202020204" charset="0"/>
      <p:regular r:id="rId20"/>
      <p:bold r:id="rId21"/>
      <p:italic r:id="rId22"/>
      <p:boldItalic r:id="rId23"/>
    </p:embeddedFont>
    <p:embeddedFont>
      <p:font typeface="Roboto Medium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DFF169-7561-40EC-88FF-FDA9A208B68C}" v="114" dt="2025-12-02T13:29:54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ário Convidado" providerId="Windows Live" clId="Web-{03A88128-BEC7-1BBB-E151-5DB28F219C1B}"/>
    <pc:docChg chg="addSld delSld modSld">
      <pc:chgData name="Usuário Convidado" userId="" providerId="Windows Live" clId="Web-{03A88128-BEC7-1BBB-E151-5DB28F219C1B}" dt="2025-10-30T11:18:38.253" v="19"/>
      <pc:docMkLst>
        <pc:docMk/>
      </pc:docMkLst>
    </pc:docChg>
  </pc:docChgLst>
  <pc:docChgLst>
    <pc:chgData name="Usuário Convidado" providerId="Windows Live" clId="Web-{908B7DA0-D33B-B610-1B47-BF6CD94D47C4}"/>
    <pc:docChg chg="modSld">
      <pc:chgData name="Usuário Convidado" userId="" providerId="Windows Live" clId="Web-{908B7DA0-D33B-B610-1B47-BF6CD94D47C4}" dt="2025-10-29T22:01:28.041" v="498" actId="20577"/>
      <pc:docMkLst>
        <pc:docMk/>
      </pc:docMkLst>
    </pc:docChg>
  </pc:docChgLst>
  <pc:docChgLst>
    <pc:chgData name="Usuário Convidado" providerId="Windows Live" clId="Web-{C6AF067A-1F3F-6276-FF2B-315D60384CD9}"/>
    <pc:docChg chg="addSld delSld modSld">
      <pc:chgData name="Usuário Convidado" userId="" providerId="Windows Live" clId="Web-{C6AF067A-1F3F-6276-FF2B-315D60384CD9}" dt="2025-11-25T02:01:23.469" v="7"/>
      <pc:docMkLst>
        <pc:docMk/>
      </pc:docMkLst>
      <pc:sldChg chg="addSp delSp modSp add del replId">
        <pc:chgData name="Usuário Convidado" userId="" providerId="Windows Live" clId="Web-{C6AF067A-1F3F-6276-FF2B-315D60384CD9}" dt="2025-11-25T02:01:23.469" v="7"/>
        <pc:sldMkLst>
          <pc:docMk/>
          <pc:sldMk cId="4269877453" sldId="285"/>
        </pc:sldMkLst>
        <pc:spChg chg="add del mod">
          <ac:chgData name="Usuário Convidado" userId="" providerId="Windows Live" clId="Web-{C6AF067A-1F3F-6276-FF2B-315D60384CD9}" dt="2025-11-25T02:00:34.531" v="6"/>
          <ac:spMkLst>
            <pc:docMk/>
            <pc:sldMk cId="4269877453" sldId="285"/>
            <ac:spMk id="2" creationId="{00629F20-F72C-8D0F-513C-2591D723C454}"/>
          </ac:spMkLst>
        </pc:spChg>
        <pc:picChg chg="del">
          <ac:chgData name="Usuário Convidado" userId="" providerId="Windows Live" clId="Web-{C6AF067A-1F3F-6276-FF2B-315D60384CD9}" dt="2025-11-25T02:00:23.656" v="1"/>
          <ac:picMkLst>
            <pc:docMk/>
            <pc:sldMk cId="4269877453" sldId="285"/>
            <ac:picMk id="3" creationId="{0D20B59F-A746-6A4E-145C-C8DBEA8E4A3B}"/>
          </ac:picMkLst>
        </pc:picChg>
        <pc:picChg chg="del">
          <ac:chgData name="Usuário Convidado" userId="" providerId="Windows Live" clId="Web-{C6AF067A-1F3F-6276-FF2B-315D60384CD9}" dt="2025-11-25T02:00:24.094" v="2"/>
          <ac:picMkLst>
            <pc:docMk/>
            <pc:sldMk cId="4269877453" sldId="285"/>
            <ac:picMk id="7" creationId="{5CE8F922-41DA-5058-62C0-D38311A47453}"/>
          </ac:picMkLst>
        </pc:picChg>
      </pc:sldChg>
    </pc:docChg>
  </pc:docChgLst>
  <pc:docChgLst>
    <pc:chgData name="Marcus Vinícius de Faria Santos" userId="f3ba05d3ad3c9305" providerId="LiveId" clId="{744A556E-C55C-43AE-946F-9917EC8125F8}"/>
    <pc:docChg chg="undo custSel addSld delSld modSld sldOrd">
      <pc:chgData name="Marcus Vinícius de Faria Santos" userId="f3ba05d3ad3c9305" providerId="LiveId" clId="{744A556E-C55C-43AE-946F-9917EC8125F8}" dt="2025-12-02T13:29:54.101" v="1232" actId="20577"/>
      <pc:docMkLst>
        <pc:docMk/>
      </pc:docMkLst>
      <pc:sldChg chg="modSp mod">
        <pc:chgData name="Marcus Vinícius de Faria Santos" userId="f3ba05d3ad3c9305" providerId="LiveId" clId="{744A556E-C55C-43AE-946F-9917EC8125F8}" dt="2025-11-22T19:29:18.008" v="18" actId="20577"/>
        <pc:sldMkLst>
          <pc:docMk/>
          <pc:sldMk cId="0" sldId="256"/>
        </pc:sldMkLst>
        <pc:spChg chg="mod">
          <ac:chgData name="Marcus Vinícius de Faria Santos" userId="f3ba05d3ad3c9305" providerId="LiveId" clId="{744A556E-C55C-43AE-946F-9917EC8125F8}" dt="2025-11-22T19:29:18.008" v="18" actId="20577"/>
          <ac:spMkLst>
            <pc:docMk/>
            <pc:sldMk cId="0" sldId="256"/>
            <ac:spMk id="59" creationId="{00000000-0000-0000-0000-000000000000}"/>
          </ac:spMkLst>
        </pc:spChg>
      </pc:sldChg>
      <pc:sldChg chg="addSp delSp modSp add mod">
        <pc:chgData name="Marcus Vinícius de Faria Santos" userId="f3ba05d3ad3c9305" providerId="LiveId" clId="{744A556E-C55C-43AE-946F-9917EC8125F8}" dt="2025-11-22T22:05:27.278" v="1119" actId="20577"/>
        <pc:sldMkLst>
          <pc:docMk/>
          <pc:sldMk cId="695107363" sldId="278"/>
        </pc:sldMkLst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3" creationId="{D4616D5E-8AAB-18DE-F2D1-84AFF810FFBB}"/>
          </ac:spMkLst>
        </pc:spChg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5" creationId="{D4B6CF4C-F897-00CC-F104-A742A5D0107B}"/>
          </ac:spMkLst>
        </pc:spChg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8" creationId="{005A9429-A84D-55FB-DF45-D79D6F796759}"/>
          </ac:spMkLst>
        </pc:spChg>
        <pc:spChg chg="add mod">
          <ac:chgData name="Marcus Vinícius de Faria Santos" userId="f3ba05d3ad3c9305" providerId="LiveId" clId="{744A556E-C55C-43AE-946F-9917EC8125F8}" dt="2025-11-22T19:44:27.951" v="615" actId="1036"/>
          <ac:spMkLst>
            <pc:docMk/>
            <pc:sldMk cId="695107363" sldId="278"/>
            <ac:spMk id="10" creationId="{3BBC3499-8781-98F1-FAB5-97613458D009}"/>
          </ac:spMkLst>
        </pc:spChg>
        <pc:spChg chg="mod">
          <ac:chgData name="Marcus Vinícius de Faria Santos" userId="f3ba05d3ad3c9305" providerId="LiveId" clId="{744A556E-C55C-43AE-946F-9917EC8125F8}" dt="2025-11-22T22:05:27.278" v="1119" actId="20577"/>
          <ac:spMkLst>
            <pc:docMk/>
            <pc:sldMk cId="695107363" sldId="278"/>
            <ac:spMk id="11" creationId="{D84CE64C-15CD-D5AF-B4B6-361E60B0B58F}"/>
          </ac:spMkLst>
        </pc:spChg>
        <pc:spChg chg="add mod ord">
          <ac:chgData name="Marcus Vinícius de Faria Santos" userId="f3ba05d3ad3c9305" providerId="LiveId" clId="{744A556E-C55C-43AE-946F-9917EC8125F8}" dt="2025-11-22T19:44:31.247" v="616" actId="14100"/>
          <ac:spMkLst>
            <pc:docMk/>
            <pc:sldMk cId="695107363" sldId="278"/>
            <ac:spMk id="12" creationId="{9EBE39C0-B050-E5AD-54F1-C4AAE4B901AA}"/>
          </ac:spMkLst>
        </pc:spChg>
        <pc:spChg chg="add mod ord">
          <ac:chgData name="Marcus Vinícius de Faria Santos" userId="f3ba05d3ad3c9305" providerId="LiveId" clId="{744A556E-C55C-43AE-946F-9917EC8125F8}" dt="2025-11-22T19:44:33.908" v="617" actId="14100"/>
          <ac:spMkLst>
            <pc:docMk/>
            <pc:sldMk cId="695107363" sldId="278"/>
            <ac:spMk id="14" creationId="{9F9F4997-2BDC-8342-072A-F7F57C0E5E63}"/>
          </ac:spMkLst>
        </pc:spChg>
        <pc:spChg chg="add mod">
          <ac:chgData name="Marcus Vinícius de Faria Santos" userId="f3ba05d3ad3c9305" providerId="LiveId" clId="{744A556E-C55C-43AE-946F-9917EC8125F8}" dt="2025-11-22T19:44:36.656" v="618" actId="1076"/>
          <ac:spMkLst>
            <pc:docMk/>
            <pc:sldMk cId="695107363" sldId="278"/>
            <ac:spMk id="16" creationId="{87CC6102-23CB-8FF6-0A03-A8520FF09238}"/>
          </ac:spMkLst>
        </pc:spChg>
        <pc:spChg chg="add mod">
          <ac:chgData name="Marcus Vinícius de Faria Santos" userId="f3ba05d3ad3c9305" providerId="LiveId" clId="{744A556E-C55C-43AE-946F-9917EC8125F8}" dt="2025-11-22T22:05:08.105" v="1116" actId="14100"/>
          <ac:spMkLst>
            <pc:docMk/>
            <pc:sldMk cId="695107363" sldId="278"/>
            <ac:spMk id="17" creationId="{457FFC48-C94F-5A7B-EF92-626E8589EC41}"/>
          </ac:spMkLst>
        </pc:spChg>
        <pc:spChg chg="mod">
          <ac:chgData name="Marcus Vinícius de Faria Santos" userId="f3ba05d3ad3c9305" providerId="LiveId" clId="{744A556E-C55C-43AE-946F-9917EC8125F8}" dt="2025-11-22T19:30:20.163" v="31" actId="20577"/>
          <ac:spMkLst>
            <pc:docMk/>
            <pc:sldMk cId="695107363" sldId="278"/>
            <ac:spMk id="72" creationId="{9C3FE1C2-66A9-B7A1-63EA-8BD5026389B3}"/>
          </ac:spMkLst>
        </pc:spChg>
      </pc:sldChg>
      <pc:sldChg chg="addSp modSp new mod">
        <pc:chgData name="Marcus Vinícius de Faria Santos" userId="f3ba05d3ad3c9305" providerId="LiveId" clId="{744A556E-C55C-43AE-946F-9917EC8125F8}" dt="2025-11-22T19:51:48.545" v="759" actId="1076"/>
        <pc:sldMkLst>
          <pc:docMk/>
          <pc:sldMk cId="1741190864" sldId="279"/>
        </pc:sldMkLst>
        <pc:spChg chg="mod">
          <ac:chgData name="Marcus Vinícius de Faria Santos" userId="f3ba05d3ad3c9305" providerId="LiveId" clId="{744A556E-C55C-43AE-946F-9917EC8125F8}" dt="2025-11-22T19:45:16.866" v="635" actId="20577"/>
          <ac:spMkLst>
            <pc:docMk/>
            <pc:sldMk cId="1741190864" sldId="279"/>
            <ac:spMk id="2" creationId="{52848DAF-B768-8F33-3269-961B3AA44545}"/>
          </ac:spMkLst>
        </pc:spChg>
        <pc:spChg chg="mod">
          <ac:chgData name="Marcus Vinícius de Faria Santos" userId="f3ba05d3ad3c9305" providerId="LiveId" clId="{744A556E-C55C-43AE-946F-9917EC8125F8}" dt="2025-11-22T19:49:40.852" v="754" actId="20577"/>
          <ac:spMkLst>
            <pc:docMk/>
            <pc:sldMk cId="1741190864" sldId="279"/>
            <ac:spMk id="3" creationId="{664B5C8D-9148-EF7C-8ECA-92EDEB927A0D}"/>
          </ac:spMkLst>
        </pc:spChg>
        <pc:picChg chg="add mod">
          <ac:chgData name="Marcus Vinícius de Faria Santos" userId="f3ba05d3ad3c9305" providerId="LiveId" clId="{744A556E-C55C-43AE-946F-9917EC8125F8}" dt="2025-11-22T19:51:48.545" v="759" actId="1076"/>
          <ac:picMkLst>
            <pc:docMk/>
            <pc:sldMk cId="1741190864" sldId="279"/>
            <ac:picMk id="5" creationId="{6141696F-8A67-138F-BCA6-E1089239148F}"/>
          </ac:picMkLst>
        </pc:picChg>
      </pc:sldChg>
      <pc:sldChg chg="addSp delSp modSp new mod">
        <pc:chgData name="Marcus Vinícius de Faria Santos" userId="f3ba05d3ad3c9305" providerId="LiveId" clId="{744A556E-C55C-43AE-946F-9917EC8125F8}" dt="2025-11-22T20:03:34.947" v="980" actId="20577"/>
        <pc:sldMkLst>
          <pc:docMk/>
          <pc:sldMk cId="1430541128" sldId="280"/>
        </pc:sldMkLst>
        <pc:spChg chg="mod">
          <ac:chgData name="Marcus Vinícius de Faria Santos" userId="f3ba05d3ad3c9305" providerId="LiveId" clId="{744A556E-C55C-43AE-946F-9917EC8125F8}" dt="2025-11-22T20:03:34.947" v="980" actId="20577"/>
          <ac:spMkLst>
            <pc:docMk/>
            <pc:sldMk cId="1430541128" sldId="280"/>
            <ac:spMk id="2" creationId="{6A146F0C-A68B-06E7-6048-19ACC0535320}"/>
          </ac:spMkLst>
        </pc:spChg>
        <pc:spChg chg="mod">
          <ac:chgData name="Marcus Vinícius de Faria Santos" userId="f3ba05d3ad3c9305" providerId="LiveId" clId="{744A556E-C55C-43AE-946F-9917EC8125F8}" dt="2025-11-22T20:00:01.919" v="929" actId="14100"/>
          <ac:spMkLst>
            <pc:docMk/>
            <pc:sldMk cId="1430541128" sldId="280"/>
            <ac:spMk id="3" creationId="{24A01E40-FE26-DBDA-8972-9FBF67BCA8AA}"/>
          </ac:spMkLst>
        </pc:spChg>
        <pc:spChg chg="add mod">
          <ac:chgData name="Marcus Vinícius de Faria Santos" userId="f3ba05d3ad3c9305" providerId="LiveId" clId="{744A556E-C55C-43AE-946F-9917EC8125F8}" dt="2025-11-22T20:00:06.457" v="931" actId="14100"/>
          <ac:spMkLst>
            <pc:docMk/>
            <pc:sldMk cId="1430541128" sldId="280"/>
            <ac:spMk id="8" creationId="{CDE9C621-E8AD-BFA2-52F6-027283ABD9A9}"/>
          </ac:spMkLst>
        </pc:spChg>
        <pc:spChg chg="add mod">
          <ac:chgData name="Marcus Vinícius de Faria Santos" userId="f3ba05d3ad3c9305" providerId="LiveId" clId="{744A556E-C55C-43AE-946F-9917EC8125F8}" dt="2025-11-22T20:02:01.293" v="964" actId="20577"/>
          <ac:spMkLst>
            <pc:docMk/>
            <pc:sldMk cId="1430541128" sldId="280"/>
            <ac:spMk id="10" creationId="{56A7B56B-4966-4FBB-990F-4D72FFB36DA2}"/>
          </ac:spMkLst>
        </pc:spChg>
        <pc:spChg chg="add mod">
          <ac:chgData name="Marcus Vinícius de Faria Santos" userId="f3ba05d3ad3c9305" providerId="LiveId" clId="{744A556E-C55C-43AE-946F-9917EC8125F8}" dt="2025-11-22T20:01:55.191" v="962" actId="1076"/>
          <ac:spMkLst>
            <pc:docMk/>
            <pc:sldMk cId="1430541128" sldId="280"/>
            <ac:spMk id="11" creationId="{0924D949-BD3F-D0EC-89F5-B4544F682C8C}"/>
          </ac:spMkLst>
        </pc:spChg>
      </pc:sldChg>
      <pc:sldChg chg="addSp delSp modSp add mod">
        <pc:chgData name="Marcus Vinícius de Faria Santos" userId="f3ba05d3ad3c9305" providerId="LiveId" clId="{744A556E-C55C-43AE-946F-9917EC8125F8}" dt="2025-11-22T20:31:51.105" v="1006" actId="1076"/>
        <pc:sldMkLst>
          <pc:docMk/>
          <pc:sldMk cId="868164020" sldId="281"/>
        </pc:sldMkLst>
        <pc:spChg chg="mod">
          <ac:chgData name="Marcus Vinícius de Faria Santos" userId="f3ba05d3ad3c9305" providerId="LiveId" clId="{744A556E-C55C-43AE-946F-9917EC8125F8}" dt="2025-11-22T20:28:52.339" v="988" actId="20577"/>
          <ac:spMkLst>
            <pc:docMk/>
            <pc:sldMk cId="868164020" sldId="281"/>
            <ac:spMk id="2" creationId="{D8055148-110D-2861-DD7E-9BC903C70E69}"/>
          </ac:spMkLst>
        </pc:spChg>
        <pc:picChg chg="add mod">
          <ac:chgData name="Marcus Vinícius de Faria Santos" userId="f3ba05d3ad3c9305" providerId="LiveId" clId="{744A556E-C55C-43AE-946F-9917EC8125F8}" dt="2025-11-22T20:31:51.105" v="1006" actId="1076"/>
          <ac:picMkLst>
            <pc:docMk/>
            <pc:sldMk cId="868164020" sldId="281"/>
            <ac:picMk id="7" creationId="{E533A073-E8FB-584B-D617-1F9AF23B9949}"/>
          </ac:picMkLst>
        </pc:picChg>
        <pc:picChg chg="add mod">
          <ac:chgData name="Marcus Vinícius de Faria Santos" userId="f3ba05d3ad3c9305" providerId="LiveId" clId="{744A556E-C55C-43AE-946F-9917EC8125F8}" dt="2025-11-22T20:31:43.605" v="1004" actId="1076"/>
          <ac:picMkLst>
            <pc:docMk/>
            <pc:sldMk cId="868164020" sldId="281"/>
            <ac:picMk id="12" creationId="{B2A89AC5-9FBD-B143-DEDD-052681DA15A8}"/>
          </ac:picMkLst>
        </pc:picChg>
      </pc:sldChg>
      <pc:sldChg chg="addSp delSp modSp new mod">
        <pc:chgData name="Marcus Vinícius de Faria Santos" userId="f3ba05d3ad3c9305" providerId="LiveId" clId="{744A556E-C55C-43AE-946F-9917EC8125F8}" dt="2025-11-22T20:44:14.079" v="1102" actId="20577"/>
        <pc:sldMkLst>
          <pc:docMk/>
          <pc:sldMk cId="3625576380" sldId="282"/>
        </pc:sldMkLst>
        <pc:spChg chg="mod">
          <ac:chgData name="Marcus Vinícius de Faria Santos" userId="f3ba05d3ad3c9305" providerId="LiveId" clId="{744A556E-C55C-43AE-946F-9917EC8125F8}" dt="2025-11-22T20:44:14.079" v="1102" actId="20577"/>
          <ac:spMkLst>
            <pc:docMk/>
            <pc:sldMk cId="3625576380" sldId="282"/>
            <ac:spMk id="2" creationId="{1E296379-3D96-CAA7-28BD-63FB7B89CDC0}"/>
          </ac:spMkLst>
        </pc:spChg>
        <pc:picChg chg="add mod">
          <ac:chgData name="Marcus Vinícius de Faria Santos" userId="f3ba05d3ad3c9305" providerId="LiveId" clId="{744A556E-C55C-43AE-946F-9917EC8125F8}" dt="2025-11-22T20:42:25.954" v="1072" actId="1076"/>
          <ac:picMkLst>
            <pc:docMk/>
            <pc:sldMk cId="3625576380" sldId="282"/>
            <ac:picMk id="5" creationId="{9134CC02-8E3E-6B95-1285-0FCD19B25502}"/>
          </ac:picMkLst>
        </pc:picChg>
        <pc:picChg chg="add mod">
          <ac:chgData name="Marcus Vinícius de Faria Santos" userId="f3ba05d3ad3c9305" providerId="LiveId" clId="{744A556E-C55C-43AE-946F-9917EC8125F8}" dt="2025-11-22T20:42:27.393" v="1073" actId="1076"/>
          <ac:picMkLst>
            <pc:docMk/>
            <pc:sldMk cId="3625576380" sldId="282"/>
            <ac:picMk id="7" creationId="{D7ECF204-4648-A4B8-D6B8-4555B3D044EB}"/>
          </ac:picMkLst>
        </pc:picChg>
      </pc:sldChg>
      <pc:sldChg chg="addSp delSp modSp add mod">
        <pc:chgData name="Marcus Vinícius de Faria Santos" userId="f3ba05d3ad3c9305" providerId="LiveId" clId="{744A556E-C55C-43AE-946F-9917EC8125F8}" dt="2025-11-22T20:44:16.524" v="1104" actId="20577"/>
        <pc:sldMkLst>
          <pc:docMk/>
          <pc:sldMk cId="683614194" sldId="283"/>
        </pc:sldMkLst>
        <pc:spChg chg="mod">
          <ac:chgData name="Marcus Vinícius de Faria Santos" userId="f3ba05d3ad3c9305" providerId="LiveId" clId="{744A556E-C55C-43AE-946F-9917EC8125F8}" dt="2025-11-22T20:44:16.524" v="1104" actId="20577"/>
          <ac:spMkLst>
            <pc:docMk/>
            <pc:sldMk cId="683614194" sldId="283"/>
            <ac:spMk id="2" creationId="{5A771F8F-B734-BAE7-5D45-0EB8BD0ED6DF}"/>
          </ac:spMkLst>
        </pc:spChg>
        <pc:picChg chg="add mod">
          <ac:chgData name="Marcus Vinícius de Faria Santos" userId="f3ba05d3ad3c9305" providerId="LiveId" clId="{744A556E-C55C-43AE-946F-9917EC8125F8}" dt="2025-11-22T20:42:32.437" v="1075" actId="1076"/>
          <ac:picMkLst>
            <pc:docMk/>
            <pc:sldMk cId="683614194" sldId="283"/>
            <ac:picMk id="4" creationId="{B7E8F333-46D8-03F1-E67F-EF5303BE477A}"/>
          </ac:picMkLst>
        </pc:picChg>
        <pc:picChg chg="add mod">
          <ac:chgData name="Marcus Vinícius de Faria Santos" userId="f3ba05d3ad3c9305" providerId="LiveId" clId="{744A556E-C55C-43AE-946F-9917EC8125F8}" dt="2025-11-22T20:42:30.803" v="1074" actId="1076"/>
          <ac:picMkLst>
            <pc:docMk/>
            <pc:sldMk cId="683614194" sldId="283"/>
            <ac:picMk id="8" creationId="{0A1BFC07-5535-7119-220E-208439E3E6E2}"/>
          </ac:picMkLst>
        </pc:picChg>
      </pc:sldChg>
      <pc:sldChg chg="addSp delSp modSp add del mod ord">
        <pc:chgData name="Marcus Vinícius de Faria Santos" userId="f3ba05d3ad3c9305" providerId="LiveId" clId="{744A556E-C55C-43AE-946F-9917EC8125F8}" dt="2025-11-22T20:44:11.304" v="1100" actId="20577"/>
        <pc:sldMkLst>
          <pc:docMk/>
          <pc:sldMk cId="3660645131" sldId="284"/>
        </pc:sldMkLst>
        <pc:spChg chg="mod">
          <ac:chgData name="Marcus Vinícius de Faria Santos" userId="f3ba05d3ad3c9305" providerId="LiveId" clId="{744A556E-C55C-43AE-946F-9917EC8125F8}" dt="2025-11-22T20:44:11.304" v="1100" actId="20577"/>
          <ac:spMkLst>
            <pc:docMk/>
            <pc:sldMk cId="3660645131" sldId="284"/>
            <ac:spMk id="2" creationId="{E9303BF8-3841-52C4-BF89-9E1DF73C53DE}"/>
          </ac:spMkLst>
        </pc:spChg>
        <pc:picChg chg="add mod">
          <ac:chgData name="Marcus Vinícius de Faria Santos" userId="f3ba05d3ad3c9305" providerId="LiveId" clId="{744A556E-C55C-43AE-946F-9917EC8125F8}" dt="2025-11-22T20:44:01.252" v="1094" actId="1076"/>
          <ac:picMkLst>
            <pc:docMk/>
            <pc:sldMk cId="3660645131" sldId="284"/>
            <ac:picMk id="5" creationId="{91000396-6FA7-D701-67D6-34D4851B4BFF}"/>
          </ac:picMkLst>
        </pc:picChg>
        <pc:picChg chg="add mod">
          <ac:chgData name="Marcus Vinícius de Faria Santos" userId="f3ba05d3ad3c9305" providerId="LiveId" clId="{744A556E-C55C-43AE-946F-9917EC8125F8}" dt="2025-11-22T20:43:48.954" v="1090" actId="1076"/>
          <ac:picMkLst>
            <pc:docMk/>
            <pc:sldMk cId="3660645131" sldId="284"/>
            <ac:picMk id="7" creationId="{55A6AC96-09E0-F38F-EA2D-2A2134643A06}"/>
          </ac:picMkLst>
        </pc:picChg>
      </pc:sldChg>
      <pc:sldChg chg="modSp add mod">
        <pc:chgData name="Marcus Vinícius de Faria Santos" userId="f3ba05d3ad3c9305" providerId="LiveId" clId="{744A556E-C55C-43AE-946F-9917EC8125F8}" dt="2025-12-02T13:29:54.101" v="1232" actId="20577"/>
        <pc:sldMkLst>
          <pc:docMk/>
          <pc:sldMk cId="1938927544" sldId="285"/>
        </pc:sldMkLst>
        <pc:spChg chg="mod">
          <ac:chgData name="Marcus Vinícius de Faria Santos" userId="f3ba05d3ad3c9305" providerId="LiveId" clId="{744A556E-C55C-43AE-946F-9917EC8125F8}" dt="2025-12-02T13:29:54.101" v="1232" actId="20577"/>
          <ac:spMkLst>
            <pc:docMk/>
            <pc:sldMk cId="1938927544" sldId="285"/>
            <ac:spMk id="2" creationId="{F434DCB2-2526-EFC3-7633-1584C35182FA}"/>
          </ac:spMkLst>
        </pc:spChg>
        <pc:spChg chg="mod">
          <ac:chgData name="Marcus Vinícius de Faria Santos" userId="f3ba05d3ad3c9305" providerId="LiveId" clId="{744A556E-C55C-43AE-946F-9917EC8125F8}" dt="2025-12-02T13:29:34.126" v="1205" actId="113"/>
          <ac:spMkLst>
            <pc:docMk/>
            <pc:sldMk cId="1938927544" sldId="285"/>
            <ac:spMk id="3" creationId="{FD2A70C8-C12B-79EE-20CB-FF546F7E45AA}"/>
          </ac:spMkLst>
        </pc:spChg>
        <pc:spChg chg="mod">
          <ac:chgData name="Marcus Vinícius de Faria Santos" userId="f3ba05d3ad3c9305" providerId="LiveId" clId="{744A556E-C55C-43AE-946F-9917EC8125F8}" dt="2025-12-02T13:29:38.386" v="1206" actId="113"/>
          <ac:spMkLst>
            <pc:docMk/>
            <pc:sldMk cId="1938927544" sldId="285"/>
            <ac:spMk id="8" creationId="{EF3762EA-A7D0-5069-7478-4837792B59ED}"/>
          </ac:spMkLst>
        </pc:spChg>
        <pc:spChg chg="mod">
          <ac:chgData name="Marcus Vinícius de Faria Santos" userId="f3ba05d3ad3c9305" providerId="LiveId" clId="{744A556E-C55C-43AE-946F-9917EC8125F8}" dt="2025-12-02T13:29:43.006" v="1208" actId="113"/>
          <ac:spMkLst>
            <pc:docMk/>
            <pc:sldMk cId="1938927544" sldId="285"/>
            <ac:spMk id="10" creationId="{E16DFFED-2902-CFBB-6690-03240586A866}"/>
          </ac:spMkLst>
        </pc:spChg>
        <pc:spChg chg="mod">
          <ac:chgData name="Marcus Vinícius de Faria Santos" userId="f3ba05d3ad3c9305" providerId="LiveId" clId="{744A556E-C55C-43AE-946F-9917EC8125F8}" dt="2025-12-02T13:29:45.487" v="1209" actId="113"/>
          <ac:spMkLst>
            <pc:docMk/>
            <pc:sldMk cId="1938927544" sldId="285"/>
            <ac:spMk id="11" creationId="{20249EDB-49CF-6928-98F7-067E1E6E360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F877C1D-E49F-2DEB-8F46-837FAD80A1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>
              <a:latin typeface="Arial" panose="020B0604020202020204" pitchFamily="34" charset="0"/>
            </a:endParaRP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E9121A-C638-9C57-85A7-0CD458F82A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6750C-12AD-4A80-8774-65D8751A4E86}" type="datetimeFigureOut">
              <a:rPr lang="pt-BR" smtClean="0">
                <a:latin typeface="Arial" panose="020B0604020202020204" pitchFamily="34" charset="0"/>
              </a:rPr>
              <a:t>02/12/2025</a:t>
            </a:fld>
            <a:endParaRPr lang="pt-BR">
              <a:latin typeface="Arial" panose="020B06040202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A96801-1C28-BF63-A8C0-D56BD7A13D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>
              <a:latin typeface="Arial" panose="020B0604020202020204" pitchFamily="34" charset="0"/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5BF3FD2-90AA-7EAA-2343-ABCBC9DE42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5DE2E-E149-49D0-B862-EB181B6454C8}" type="slidenum">
              <a:rPr lang="pt-BR" smtClean="0">
                <a:latin typeface="Arial" panose="020B0604020202020204" pitchFamily="34" charset="0"/>
              </a:rPr>
              <a:t>‹#›</a:t>
            </a:fld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637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 panose="020B0604020202020204" pitchFamily="34" charset="0"/>
        <a:ea typeface="Arial" panose="020B0604020202020204" pitchFamily="34" charset="0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319a7d4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319a7d4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318fdc84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318fdc84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18fdc84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18fdc84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6D9E7C6-B468-95F9-C586-82F2A636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18fdc848_0_41:notes">
            <a:extLst>
              <a:ext uri="{FF2B5EF4-FFF2-40B4-BE49-F238E27FC236}">
                <a16:creationId xmlns:a16="http://schemas.microsoft.com/office/drawing/2014/main" id="{B3312AC6-90D6-FFBB-9571-780ECD0FB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18fdc848_0_41:notes">
            <a:extLst>
              <a:ext uri="{FF2B5EF4-FFF2-40B4-BE49-F238E27FC236}">
                <a16:creationId xmlns:a16="http://schemas.microsoft.com/office/drawing/2014/main" id="{DDB39A75-72F0-80FB-5804-8B2A6C4B6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1078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319a7d4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319a7d4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6194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  <a:defRPr sz="1600">
                <a:solidFill>
                  <a:srgbClr val="EFEFEF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" name="Google Shape;16;p2" descr="E:\05.03.18 bkp\Documentos\João Victor\UFPE\CIn\Redesign logo CIn\Logotipo CIn-UFPE - Versões\CIn + UFPE\PNG\Horzontal Monocromático Branco - Logotipo CIn + UFP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523923"/>
            <a:ext cx="2078075" cy="6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1693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 pitchFamily="34" charset="0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0019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5727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6188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175000" y="4755388"/>
            <a:ext cx="1297456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183525"/>
            <a:ext cx="85206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2800"/>
              <a:buFont typeface="Roboto Medium"/>
              <a:buNone/>
              <a:defRPr sz="2800">
                <a:solidFill>
                  <a:srgbClr val="DB1E2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pt-BR"/>
              <a:t>Teste 1</a:t>
            </a:r>
          </a:p>
          <a:p>
            <a:pPr lvl="1"/>
            <a:r>
              <a:rPr lang="pt-BR"/>
              <a:t>Teste 1.1</a:t>
            </a:r>
          </a:p>
          <a:p>
            <a:pPr lvl="2"/>
            <a:r>
              <a:rPr lang="pt-BR"/>
              <a:t>Teste 1.1.1</a:t>
            </a:r>
          </a:p>
          <a:p>
            <a:pPr lvl="1"/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r">
              <a:buNone/>
              <a:defRPr sz="800">
                <a:solidFill>
                  <a:srgbClr val="DB1E2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450375" y="49151"/>
            <a:ext cx="1634600" cy="4854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10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4800" b="0"/>
              <a:t>Arduino DSL</a:t>
            </a:r>
            <a:endParaRPr sz="320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</a:rPr>
              <a:t>	 	</a:t>
            </a:r>
            <a:endParaRPr sz="15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lt1"/>
                </a:solidFill>
              </a:rPr>
              <a:t>Gabriel B. M. Melo, Giovanna T. A. Araújo, Marcus V. F. Santos</a:t>
            </a:r>
            <a:endParaRPr sz="15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4940347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O que é o Arduino?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kumimoji="0" lang="pt-BR" sz="134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/>
                <a:sym typeface="Arial"/>
              </a:rPr>
              <a:t>Plataforma de desenvolvimento de projetos eletrônicos.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Open-</a:t>
            </a:r>
            <a:r>
              <a:rPr lang="pt-BR" sz="1340" err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Source</a:t>
            </a: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 e de baixo custo.</a:t>
            </a:r>
            <a:endParaRPr lang="pt-BR" sz="1040" b="1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Para que serve?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Prototipagem rápida e barata de diversos projetos.</a:t>
            </a:r>
          </a:p>
          <a:p>
            <a:pPr marL="914400" marR="0" lvl="1" indent="-31369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  <a:tabLst/>
              <a:defRPr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Compatibilidade com centenas de sensores e atuadores.</a:t>
            </a:r>
            <a:endParaRPr lang="pt-BR" sz="144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 b="1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Como se programa para Arduíno?</a:t>
            </a:r>
            <a:endParaRPr sz="1440" b="1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914400" marR="0" lvl="1" indent="-3136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Em geral, utiliza-se uma IDE própria, o Arduino IDE.</a:t>
            </a:r>
          </a:p>
          <a:p>
            <a:pPr marL="914400" marR="0" lvl="1" indent="-31369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Pts val="1340"/>
              <a:buFont typeface="Arial"/>
              <a:buChar char="○"/>
            </a:pPr>
            <a:r>
              <a:rPr lang="pt-BR" sz="1340">
                <a:solidFill>
                  <a:srgbClr val="161616"/>
                </a:solidFill>
                <a:latin typeface="Arial" panose="020B0604020202020204" pitchFamily="34" charset="0"/>
                <a:ea typeface="Arial"/>
                <a:cs typeface="Arial"/>
                <a:sym typeface="Arial"/>
              </a:rPr>
              <a:t>Linguagem: C/C++</a:t>
            </a:r>
            <a:endParaRPr sz="1340">
              <a:solidFill>
                <a:srgbClr val="161616"/>
              </a:solidFill>
              <a:latin typeface="Arial" panose="020B0604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" name="Imagem 2" descr="Uma imagem contendo eletrônico, circuito&#10;&#10;O conteúdo gerado por IA pode estar incorreto.">
            <a:extLst>
              <a:ext uri="{FF2B5EF4-FFF2-40B4-BE49-F238E27FC236}">
                <a16:creationId xmlns:a16="http://schemas.microsoft.com/office/drawing/2014/main" id="{E45E302A-2600-0C28-86F2-7EACA2C5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86" y="903592"/>
            <a:ext cx="3251567" cy="1829006"/>
          </a:xfrm>
          <a:prstGeom prst="rect">
            <a:avLst/>
          </a:prstGeom>
        </p:spPr>
      </p:pic>
      <p:pic>
        <p:nvPicPr>
          <p:cNvPr id="7" name="Imagem 6" descr="Circuito eletrônico com fios&#10;&#10;O conteúdo gerado por IA pode estar incorreto.">
            <a:extLst>
              <a:ext uri="{FF2B5EF4-FFF2-40B4-BE49-F238E27FC236}">
                <a16:creationId xmlns:a16="http://schemas.microsoft.com/office/drawing/2014/main" id="{F78568F8-A107-978E-9CFB-9B0B2CF44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86" y="2732598"/>
            <a:ext cx="3251567" cy="1950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Problema</a:t>
            </a:r>
          </a:p>
        </p:txBody>
      </p:sp>
      <p:sp>
        <p:nvSpPr>
          <p:cNvPr id="11" name="Google Shape;81;p16">
            <a:extLst>
              <a:ext uri="{FF2B5EF4-FFF2-40B4-BE49-F238E27FC236}">
                <a16:creationId xmlns:a16="http://schemas.microsoft.com/office/drawing/2014/main" id="{5F8BF6B0-9952-7A85-9B67-03C8C2B86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4318971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22910" indent="-285750" algn="just">
              <a:buClr>
                <a:srgbClr val="161616"/>
              </a:buClr>
              <a:buSzPts val="1440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+mj-lt"/>
                <a:cs typeface="Arial"/>
                <a:sym typeface="Arial"/>
              </a:rPr>
              <a:t>Apesar de muito utilizado para ensinar programação, é p</a:t>
            </a: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+mj-lt"/>
                <a:ea typeface="Arial"/>
                <a:cs typeface="Arial"/>
                <a:sym typeface="Arial"/>
              </a:rPr>
              <a:t>ouco intuitivo para não fluentes em inglês</a:t>
            </a:r>
            <a:r>
              <a:rPr kumimoji="0" lang="pt-BR" sz="144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highlight>
                  <a:srgbClr val="FFFFFF"/>
                </a:highlight>
                <a:uLnTx/>
                <a:uFillTx/>
                <a:latin typeface="+mj-lt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13" name="Imagem 1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40B5F2F-6C93-E79A-D92A-594AB6E57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" t="-260" r="266" b="96"/>
          <a:stretch>
            <a:fillRect/>
          </a:stretch>
        </p:blipFill>
        <p:spPr>
          <a:xfrm>
            <a:off x="5118763" y="1136911"/>
            <a:ext cx="3382287" cy="3495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F953326-6843-B715-1565-EFBE53F0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9F9F4997-2BDC-8342-072A-F7F57C0E5E63}"/>
              </a:ext>
            </a:extLst>
          </p:cNvPr>
          <p:cNvSpPr/>
          <p:nvPr/>
        </p:nvSpPr>
        <p:spPr>
          <a:xfrm>
            <a:off x="276433" y="2616671"/>
            <a:ext cx="4409842" cy="213313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EBE39C0-B050-E5AD-54F1-C4AAE4B901AA}"/>
              </a:ext>
            </a:extLst>
          </p:cNvPr>
          <p:cNvSpPr/>
          <p:nvPr/>
        </p:nvSpPr>
        <p:spPr>
          <a:xfrm>
            <a:off x="4822890" y="2616672"/>
            <a:ext cx="4170395" cy="212365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C3FE1C2-66A9-B7A1-63EA-8BD502638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3050" y="511000"/>
            <a:ext cx="8088000" cy="83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Abordagens</a:t>
            </a:r>
          </a:p>
        </p:txBody>
      </p:sp>
      <p:sp>
        <p:nvSpPr>
          <p:cNvPr id="11" name="Google Shape;81;p16">
            <a:extLst>
              <a:ext uri="{FF2B5EF4-FFF2-40B4-BE49-F238E27FC236}">
                <a16:creationId xmlns:a16="http://schemas.microsoft.com/office/drawing/2014/main" id="{D84CE64C-15CD-D5AF-B4B6-361E60B0B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3048" y="1186225"/>
            <a:ext cx="6407477" cy="30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20040">
              <a:buClr>
                <a:srgbClr val="161616"/>
              </a:buClr>
              <a:buSzPts val="1440"/>
              <a:buFont typeface="Arial"/>
              <a:buChar char="●"/>
            </a:pPr>
            <a:r>
              <a:rPr lang="pt-BR" sz="14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Foram utilizadas duas abordagens diferentes durante este projeto:</a:t>
            </a:r>
          </a:p>
          <a:p>
            <a:pPr lvl="1" indent="-313690" algn="just">
              <a:spcBef>
                <a:spcPts val="0"/>
              </a:spcBef>
              <a:buClr>
                <a:srgbClr val="161616"/>
              </a:buClr>
              <a:buSzPts val="1340"/>
              <a:buFont typeface="Arial"/>
              <a:buChar char="○"/>
              <a:defRPr/>
            </a:pPr>
            <a:r>
              <a:rPr lang="pt-BR" sz="134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Visitors</a:t>
            </a:r>
            <a:r>
              <a:rPr lang="pt-BR" sz="13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, com uma linguagem mais próxima ao Arduíno;</a:t>
            </a:r>
          </a:p>
          <a:p>
            <a:pPr lvl="1" indent="-313690" algn="just">
              <a:spcBef>
                <a:spcPts val="0"/>
              </a:spcBef>
              <a:buClr>
                <a:srgbClr val="161616"/>
              </a:buClr>
              <a:buSzPts val="1340"/>
              <a:buFont typeface="Arial"/>
              <a:buChar char="○"/>
              <a:defRPr/>
            </a:pPr>
            <a:r>
              <a:rPr lang="pt-BR" sz="134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Interpreter</a:t>
            </a:r>
            <a:r>
              <a:rPr lang="pt-BR" sz="1340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, com uma linguagem mais transformadora.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616D5E-8AAB-18DE-F2D1-84AFF810FFBB}"/>
              </a:ext>
            </a:extLst>
          </p:cNvPr>
          <p:cNvSpPr txBox="1"/>
          <p:nvPr/>
        </p:nvSpPr>
        <p:spPr>
          <a:xfrm>
            <a:off x="290227" y="2662440"/>
            <a:ext cx="190293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Código original:</a:t>
            </a:r>
          </a:p>
          <a:p>
            <a:endParaRPr lang="pt-BR" sz="1200"/>
          </a:p>
          <a:p>
            <a:r>
              <a:rPr lang="pt-BR" sz="1200"/>
              <a:t>acender pino 13</a:t>
            </a:r>
          </a:p>
          <a:p>
            <a:r>
              <a:rPr lang="pt-BR" sz="1200"/>
              <a:t>esperar 2 segundos</a:t>
            </a:r>
          </a:p>
          <a:p>
            <a:r>
              <a:rPr lang="pt-BR" sz="1200"/>
              <a:t>apagar pino 13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B6CF4C-F897-00CC-F104-A742A5D0107B}"/>
              </a:ext>
            </a:extLst>
          </p:cNvPr>
          <p:cNvSpPr txBox="1"/>
          <p:nvPr/>
        </p:nvSpPr>
        <p:spPr>
          <a:xfrm>
            <a:off x="1955225" y="2639530"/>
            <a:ext cx="26167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/>
              <a:t>// Código gerado pela DSL Arduino (português)</a:t>
            </a:r>
            <a:br>
              <a:rPr lang="pt-BR" sz="1050"/>
            </a:br>
            <a:r>
              <a:rPr lang="pt-BR" sz="1050"/>
              <a:t>#include &lt;</a:t>
            </a:r>
            <a:r>
              <a:rPr lang="pt-BR" sz="1050" err="1"/>
              <a:t>Arduino.h</a:t>
            </a:r>
            <a:r>
              <a:rPr lang="pt-BR" sz="1050"/>
              <a:t>&gt;</a:t>
            </a:r>
            <a:br>
              <a:rPr lang="pt-BR" sz="1050"/>
            </a:br>
            <a:r>
              <a:rPr lang="pt-BR" sz="1050" err="1"/>
              <a:t>void</a:t>
            </a:r>
            <a:r>
              <a:rPr lang="pt-BR" sz="1050"/>
              <a:t> setup() {</a:t>
            </a:r>
            <a:br>
              <a:rPr lang="pt-BR" sz="1050"/>
            </a:br>
            <a:r>
              <a:rPr lang="pt-BR" sz="1050"/>
              <a:t>  </a:t>
            </a:r>
            <a:r>
              <a:rPr lang="pt-BR" sz="1050" err="1"/>
              <a:t>pinMode</a:t>
            </a:r>
            <a:r>
              <a:rPr lang="pt-BR" sz="1050"/>
              <a:t>(13, OUTPUT);</a:t>
            </a:r>
          </a:p>
          <a:p>
            <a:r>
              <a:rPr lang="pt-BR" sz="1050"/>
              <a:t>}</a:t>
            </a:r>
            <a:r>
              <a:rPr lang="pt-BR" sz="1050" err="1"/>
              <a:t>void</a:t>
            </a:r>
            <a:r>
              <a:rPr lang="pt-BR" sz="1050"/>
              <a:t> loop() { </a:t>
            </a:r>
          </a:p>
          <a:p>
            <a:r>
              <a:rPr lang="pt-BR" sz="1050"/>
              <a:t>  </a:t>
            </a:r>
            <a:r>
              <a:rPr lang="pt-BR" sz="1050" err="1"/>
              <a:t>digitalWrite</a:t>
            </a:r>
            <a:r>
              <a:rPr lang="pt-BR" sz="1050"/>
              <a:t>(13, HIGH);</a:t>
            </a:r>
          </a:p>
          <a:p>
            <a:r>
              <a:rPr lang="pt-BR" sz="1050"/>
              <a:t>  delay(2000);</a:t>
            </a:r>
          </a:p>
          <a:p>
            <a:r>
              <a:rPr lang="pt-BR" sz="1050"/>
              <a:t>  </a:t>
            </a:r>
            <a:r>
              <a:rPr lang="pt-BR" sz="1050" err="1"/>
              <a:t>digitalWrite</a:t>
            </a:r>
            <a:r>
              <a:rPr lang="pt-BR" sz="1050"/>
              <a:t>(13, LOW);  // repetir com pequeno atraso</a:t>
            </a:r>
          </a:p>
          <a:p>
            <a:r>
              <a:rPr lang="pt-BR" sz="1050"/>
              <a:t>  delay(100);</a:t>
            </a:r>
            <a:br>
              <a:rPr lang="pt-BR" sz="1050"/>
            </a:br>
            <a:r>
              <a:rPr lang="pt-BR" sz="105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5A9429-A84D-55FB-DF45-D79D6F796759}"/>
              </a:ext>
            </a:extLst>
          </p:cNvPr>
          <p:cNvSpPr txBox="1"/>
          <p:nvPr/>
        </p:nvSpPr>
        <p:spPr>
          <a:xfrm>
            <a:off x="4822891" y="2639530"/>
            <a:ext cx="21342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Código original:</a:t>
            </a:r>
            <a:br>
              <a:rPr lang="pt-BR" sz="1200"/>
            </a:br>
            <a:endParaRPr lang="pt-BR" sz="1200"/>
          </a:p>
          <a:p>
            <a:r>
              <a:rPr lang="pt-BR" sz="1200" err="1"/>
              <a:t>Config</a:t>
            </a:r>
            <a:r>
              <a:rPr lang="pt-BR" sz="1200"/>
              <a:t> {</a:t>
            </a:r>
          </a:p>
          <a:p>
            <a:r>
              <a:rPr lang="pt-BR" sz="1200"/>
              <a:t>    Saida 13;</a:t>
            </a:r>
          </a:p>
          <a:p>
            <a:r>
              <a:rPr lang="pt-BR" sz="1200"/>
              <a:t>}</a:t>
            </a:r>
          </a:p>
          <a:p>
            <a:r>
              <a:rPr lang="pt-BR" sz="1200"/>
              <a:t>Execute {</a:t>
            </a:r>
          </a:p>
          <a:p>
            <a:r>
              <a:rPr lang="pt-BR" sz="1200"/>
              <a:t>    Escreva 13 1;</a:t>
            </a:r>
          </a:p>
          <a:p>
            <a:r>
              <a:rPr lang="pt-BR" sz="1200"/>
              <a:t>    Espere 100 </a:t>
            </a:r>
            <a:r>
              <a:rPr lang="pt-BR" sz="1200" err="1"/>
              <a:t>ms</a:t>
            </a:r>
            <a:r>
              <a:rPr lang="pt-BR" sz="1200"/>
              <a:t>;</a:t>
            </a:r>
          </a:p>
          <a:p>
            <a:r>
              <a:rPr lang="pt-BR" sz="1200"/>
              <a:t>    Escreva 13 0;</a:t>
            </a:r>
          </a:p>
          <a:p>
            <a:r>
              <a:rPr lang="pt-BR" sz="1200"/>
              <a:t>    Espere 100 </a:t>
            </a:r>
            <a:r>
              <a:rPr lang="pt-BR" sz="1200" err="1"/>
              <a:t>ms</a:t>
            </a:r>
            <a:r>
              <a:rPr lang="pt-BR" sz="1200"/>
              <a:t>;</a:t>
            </a:r>
          </a:p>
          <a:p>
            <a:r>
              <a:rPr lang="pt-BR" sz="1200"/>
              <a:t>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BBC3499-8781-98F1-FAB5-97613458D009}"/>
              </a:ext>
            </a:extLst>
          </p:cNvPr>
          <p:cNvSpPr txBox="1"/>
          <p:nvPr/>
        </p:nvSpPr>
        <p:spPr>
          <a:xfrm>
            <a:off x="6713220" y="2626152"/>
            <a:ext cx="24019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/>
              <a:t>// Código gerado automaticamente</a:t>
            </a:r>
          </a:p>
          <a:p>
            <a:endParaRPr lang="pt-BR" sz="1100"/>
          </a:p>
          <a:p>
            <a:r>
              <a:rPr lang="pt-BR" sz="1100" err="1"/>
              <a:t>void</a:t>
            </a:r>
            <a:r>
              <a:rPr lang="pt-BR" sz="1100"/>
              <a:t> setup() {</a:t>
            </a:r>
          </a:p>
          <a:p>
            <a:r>
              <a:rPr lang="pt-BR" sz="1100"/>
              <a:t>  </a:t>
            </a:r>
            <a:r>
              <a:rPr lang="pt-BR" sz="1100" err="1"/>
              <a:t>pinMode</a:t>
            </a:r>
            <a:r>
              <a:rPr lang="pt-BR" sz="1100"/>
              <a:t>(13, OUTPUT);</a:t>
            </a:r>
          </a:p>
          <a:p>
            <a:r>
              <a:rPr lang="pt-BR" sz="1100"/>
              <a:t>}</a:t>
            </a:r>
          </a:p>
          <a:p>
            <a:endParaRPr lang="pt-BR" sz="1100"/>
          </a:p>
          <a:p>
            <a:r>
              <a:rPr lang="pt-BR" sz="1100" err="1"/>
              <a:t>void</a:t>
            </a:r>
            <a:r>
              <a:rPr lang="pt-BR" sz="1100"/>
              <a:t> loop() {</a:t>
            </a:r>
          </a:p>
          <a:p>
            <a:r>
              <a:rPr lang="pt-BR" sz="1100"/>
              <a:t>  </a:t>
            </a:r>
            <a:r>
              <a:rPr lang="pt-BR" sz="1100" err="1"/>
              <a:t>digitalWrite</a:t>
            </a:r>
            <a:r>
              <a:rPr lang="pt-BR" sz="1100"/>
              <a:t>(13, 1);</a:t>
            </a:r>
          </a:p>
          <a:p>
            <a:r>
              <a:rPr lang="pt-BR" sz="1100"/>
              <a:t>  delay(100);</a:t>
            </a:r>
          </a:p>
          <a:p>
            <a:r>
              <a:rPr lang="pt-BR" sz="1100"/>
              <a:t>  </a:t>
            </a:r>
            <a:r>
              <a:rPr lang="pt-BR" sz="1100" err="1"/>
              <a:t>digitalWrite</a:t>
            </a:r>
            <a:r>
              <a:rPr lang="pt-BR" sz="1100"/>
              <a:t>(13, 0);</a:t>
            </a:r>
          </a:p>
          <a:p>
            <a:r>
              <a:rPr lang="pt-BR" sz="1100"/>
              <a:t>  delay(100);</a:t>
            </a:r>
          </a:p>
          <a:p>
            <a:r>
              <a:rPr lang="pt-BR" sz="1100"/>
              <a:t>}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7CC6102-23CB-8FF6-0A03-A8520FF09238}"/>
              </a:ext>
            </a:extLst>
          </p:cNvPr>
          <p:cNvSpPr txBox="1"/>
          <p:nvPr/>
        </p:nvSpPr>
        <p:spPr>
          <a:xfrm>
            <a:off x="6679912" y="2286037"/>
            <a:ext cx="817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Visitors</a:t>
            </a:r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57FFC48-C94F-5A7B-EF92-626E8589EC41}"/>
              </a:ext>
            </a:extLst>
          </p:cNvPr>
          <p:cNvSpPr txBox="1"/>
          <p:nvPr/>
        </p:nvSpPr>
        <p:spPr>
          <a:xfrm>
            <a:off x="1955225" y="2295978"/>
            <a:ext cx="1187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err="1">
                <a:solidFill>
                  <a:srgbClr val="161616"/>
                </a:solidFill>
                <a:highlight>
                  <a:srgbClr val="FFFFFF"/>
                </a:highlight>
                <a:latin typeface="Arial" panose="020B0604020202020204" pitchFamily="34" charset="0"/>
                <a:ea typeface="Arial"/>
                <a:cs typeface="Arial"/>
                <a:sym typeface="Arial"/>
              </a:rPr>
              <a:t>Interpreter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10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48DAF-B768-8F33-3269-961B3AA4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Visitors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4B5C8D-9148-EF7C-8ECA-92EDEB927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pt-BR"/>
              <a:t>O Visitor é um padrão de projeto que permite a definição de novas operações sobre os elementos da AST sem a necessidade de modificar as classes dos nós.</a:t>
            </a:r>
          </a:p>
          <a:p>
            <a:pPr marL="114300" indent="0">
              <a:buNone/>
            </a:pPr>
            <a:endParaRPr lang="pt-BR" b="1"/>
          </a:p>
          <a:p>
            <a:pPr marL="114300" indent="0">
              <a:buNone/>
            </a:pPr>
            <a:r>
              <a:rPr lang="pt-BR" b="1" err="1"/>
              <a:t>ADSL.jjt</a:t>
            </a:r>
            <a:endParaRPr lang="pt-BR"/>
          </a:p>
          <a:p>
            <a:r>
              <a:rPr lang="pt-BR"/>
              <a:t>Define a gramática da (DSL).</a:t>
            </a:r>
          </a:p>
          <a:p>
            <a:r>
              <a:rPr lang="pt-BR"/>
              <a:t>Orienta o </a:t>
            </a:r>
            <a:r>
              <a:rPr lang="pt-BR" err="1"/>
              <a:t>JJTree</a:t>
            </a:r>
            <a:r>
              <a:rPr lang="pt-BR"/>
              <a:t> na construção da Árvore de Sintaxe Abstrata (AST). </a:t>
            </a:r>
          </a:p>
          <a:p>
            <a:endParaRPr lang="pt-BR"/>
          </a:p>
          <a:p>
            <a:pPr marL="114300" indent="0">
              <a:buNone/>
            </a:pPr>
            <a:r>
              <a:rPr lang="pt-BR" b="1"/>
              <a:t>ArduinoVisitor.java</a:t>
            </a:r>
            <a:endParaRPr lang="pt-BR"/>
          </a:p>
          <a:p>
            <a:r>
              <a:rPr lang="pt-BR"/>
              <a:t>Percorre a AST gerada e, para cada nó visitado, gera o código C/C++ equivalente. 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6141696F-8A67-138F-BCA6-E1089239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6363"/>
            <a:ext cx="4209238" cy="263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90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46F0C-A68B-06E7-6048-19ACC053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Visitors</a:t>
            </a:r>
            <a:r>
              <a:rPr lang="pt-BR"/>
              <a:t>: Gramática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A01E40-FE26-DBDA-8972-9FBF67BC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8221"/>
            <a:ext cx="1756943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sz="900"/>
              <a:t>// Palavras reservadas</a:t>
            </a:r>
          </a:p>
          <a:p>
            <a:pPr marL="114300" indent="0">
              <a:buNone/>
            </a:pPr>
            <a:r>
              <a:rPr lang="pt-BR" sz="900"/>
              <a:t>TOKEN: {</a:t>
            </a:r>
          </a:p>
          <a:p>
            <a:pPr marL="114300" indent="0">
              <a:buNone/>
            </a:pPr>
            <a:r>
              <a:rPr lang="pt-BR" sz="900"/>
              <a:t>  &lt;CONFIG: "</a:t>
            </a:r>
            <a:r>
              <a:rPr lang="pt-BR" sz="900" err="1"/>
              <a:t>Config</a:t>
            </a:r>
            <a:r>
              <a:rPr lang="pt-BR" sz="900"/>
              <a:t>"&gt;</a:t>
            </a:r>
          </a:p>
          <a:p>
            <a:pPr marL="114300" indent="0">
              <a:buNone/>
            </a:pPr>
            <a:r>
              <a:rPr lang="pt-BR" sz="900"/>
              <a:t>| &lt;EXECUTE: "Execute"&gt;</a:t>
            </a:r>
          </a:p>
          <a:p>
            <a:pPr marL="114300" indent="0">
              <a:buNone/>
            </a:pPr>
            <a:r>
              <a:rPr lang="pt-BR" sz="900"/>
              <a:t>| &lt;ENTRADA: "Entrada"&gt;</a:t>
            </a:r>
          </a:p>
          <a:p>
            <a:pPr marL="114300" indent="0">
              <a:buNone/>
            </a:pPr>
            <a:r>
              <a:rPr lang="pt-BR" sz="900"/>
              <a:t>| &lt;SAIDA: "Saida"&gt;</a:t>
            </a:r>
          </a:p>
          <a:p>
            <a:pPr marL="114300" indent="0">
              <a:buNone/>
            </a:pPr>
            <a:r>
              <a:rPr lang="pt-BR" sz="900"/>
              <a:t>| &lt;ESPERA: "Espere"&gt;</a:t>
            </a:r>
          </a:p>
          <a:p>
            <a:pPr marL="114300" indent="0">
              <a:buNone/>
            </a:pPr>
            <a:r>
              <a:rPr lang="pt-BR" sz="900"/>
              <a:t>| &lt;MONITOR: "Monitor"&gt;</a:t>
            </a:r>
          </a:p>
          <a:p>
            <a:pPr marL="114300" indent="0">
              <a:buNone/>
            </a:pPr>
            <a:r>
              <a:rPr lang="pt-BR" sz="900"/>
              <a:t>| &lt;REPITA: "repita"&gt; </a:t>
            </a:r>
          </a:p>
          <a:p>
            <a:pPr marL="114300" indent="0">
              <a:buNone/>
            </a:pPr>
            <a:r>
              <a:rPr lang="pt-BR" sz="900"/>
              <a:t>| &lt;FUNCAO: "</a:t>
            </a:r>
            <a:r>
              <a:rPr lang="pt-BR" sz="900" err="1"/>
              <a:t>funcao</a:t>
            </a:r>
            <a:r>
              <a:rPr lang="pt-BR" sz="900"/>
              <a:t>"&gt;</a:t>
            </a:r>
          </a:p>
          <a:p>
            <a:pPr marL="114300" indent="0">
              <a:buNone/>
            </a:pPr>
            <a:r>
              <a:rPr lang="pt-BR" sz="900"/>
              <a:t>| &lt;RETORNE: "retorne"&gt;</a:t>
            </a:r>
          </a:p>
          <a:p>
            <a:pPr marL="114300" indent="0">
              <a:buNone/>
            </a:pPr>
            <a:r>
              <a:rPr lang="pt-BR" sz="900"/>
              <a:t>| &lt;VOID: "</a:t>
            </a:r>
            <a:r>
              <a:rPr lang="pt-BR" sz="900" err="1"/>
              <a:t>void</a:t>
            </a:r>
            <a:r>
              <a:rPr lang="pt-BR" sz="900"/>
              <a:t>"&gt;</a:t>
            </a:r>
          </a:p>
          <a:p>
            <a:pPr marL="114300" indent="0">
              <a:buNone/>
            </a:pPr>
            <a:endParaRPr lang="pt-BR" sz="900"/>
          </a:p>
          <a:p>
            <a:pPr marL="114300" indent="0">
              <a:buNone/>
            </a:pPr>
            <a:endParaRPr lang="pt-BR" sz="900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CDE9C621-E8AD-BFA2-52F6-027283ABD9A9}"/>
              </a:ext>
            </a:extLst>
          </p:cNvPr>
          <p:cNvSpPr txBox="1">
            <a:spLocks/>
          </p:cNvSpPr>
          <p:nvPr/>
        </p:nvSpPr>
        <p:spPr>
          <a:xfrm>
            <a:off x="2068643" y="1128221"/>
            <a:ext cx="21017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1000"/>
              <a:t>// Comandos de leitura e escrita</a:t>
            </a:r>
          </a:p>
          <a:p>
            <a:pPr marL="114300" indent="0">
              <a:buNone/>
            </a:pPr>
            <a:r>
              <a:rPr lang="pt-BR" sz="1000"/>
              <a:t>| &lt;LEIA: "Leia"&gt;</a:t>
            </a:r>
          </a:p>
          <a:p>
            <a:pPr marL="114300" indent="0">
              <a:buNone/>
            </a:pPr>
            <a:r>
              <a:rPr lang="pt-BR" sz="1000"/>
              <a:t>| &lt;ESCREVA: "Escreva"&gt;</a:t>
            </a:r>
          </a:p>
          <a:p>
            <a:pPr marL="114300" indent="0">
              <a:buNone/>
            </a:pPr>
            <a:r>
              <a:rPr lang="pt-BR" sz="1000"/>
              <a:t>| &lt;ESCREVA_PWM: "</a:t>
            </a:r>
            <a:r>
              <a:rPr lang="pt-BR" sz="1000" err="1"/>
              <a:t>EscrevaPWM</a:t>
            </a:r>
            <a:r>
              <a:rPr lang="pt-BR" sz="1000"/>
              <a:t>"&gt;</a:t>
            </a:r>
          </a:p>
          <a:p>
            <a:pPr marL="114300" indent="0">
              <a:buNone/>
            </a:pPr>
            <a:r>
              <a:rPr lang="pt-BR" sz="1000"/>
              <a:t>| &lt;ESCREVA_MON: "</a:t>
            </a:r>
            <a:r>
              <a:rPr lang="pt-BR" sz="1000" err="1"/>
              <a:t>EscrevaMon</a:t>
            </a:r>
            <a:r>
              <a:rPr lang="pt-BR" sz="1000"/>
              <a:t>"&gt;</a:t>
            </a:r>
          </a:p>
          <a:p>
            <a:pPr marL="114300" indent="0">
              <a:buNone/>
            </a:pPr>
            <a:endParaRPr lang="pt-BR" sz="1000"/>
          </a:p>
          <a:p>
            <a:pPr marL="114300" indent="0">
              <a:buNone/>
            </a:pPr>
            <a:r>
              <a:rPr lang="pt-BR" sz="1000"/>
              <a:t>// Estruturas de controle</a:t>
            </a:r>
          </a:p>
          <a:p>
            <a:pPr marL="114300" indent="0">
              <a:buNone/>
            </a:pPr>
            <a:r>
              <a:rPr lang="pt-BR" sz="1000"/>
              <a:t>| &lt;SE: "se"&gt;</a:t>
            </a:r>
          </a:p>
          <a:p>
            <a:pPr marL="114300" indent="0">
              <a:buNone/>
            </a:pPr>
            <a:r>
              <a:rPr lang="pt-BR" sz="1000"/>
              <a:t>| &lt;SENAO: "</a:t>
            </a:r>
            <a:r>
              <a:rPr lang="pt-BR" sz="1000" err="1"/>
              <a:t>senao</a:t>
            </a:r>
            <a:r>
              <a:rPr lang="pt-BR" sz="1000"/>
              <a:t>"&gt;</a:t>
            </a:r>
          </a:p>
          <a:p>
            <a:pPr marL="114300" indent="0">
              <a:buNone/>
            </a:pPr>
            <a:endParaRPr lang="pt-BR" sz="1000"/>
          </a:p>
          <a:p>
            <a:pPr marL="114300" indent="0">
              <a:buNone/>
            </a:pPr>
            <a:r>
              <a:rPr lang="pt-BR" sz="1000"/>
              <a:t>// Unidades de tempo</a:t>
            </a:r>
          </a:p>
          <a:p>
            <a:pPr marL="114300" indent="0">
              <a:buNone/>
            </a:pPr>
            <a:r>
              <a:rPr lang="pt-BR" sz="1000"/>
              <a:t>| &lt;NS: "</a:t>
            </a:r>
            <a:r>
              <a:rPr lang="pt-BR" sz="1000" err="1"/>
              <a:t>ns</a:t>
            </a:r>
            <a:r>
              <a:rPr lang="pt-BR" sz="1000"/>
              <a:t>"&gt;</a:t>
            </a:r>
          </a:p>
          <a:p>
            <a:pPr marL="114300" indent="0">
              <a:buNone/>
            </a:pPr>
            <a:r>
              <a:rPr lang="pt-BR" sz="1000"/>
              <a:t>| &lt;MS: "</a:t>
            </a:r>
            <a:r>
              <a:rPr lang="pt-BR" sz="1000" err="1"/>
              <a:t>ms</a:t>
            </a:r>
            <a:r>
              <a:rPr lang="pt-BR" sz="1000"/>
              <a:t>"&gt;</a:t>
            </a:r>
          </a:p>
          <a:p>
            <a:pPr marL="114300" indent="0">
              <a:buNone/>
            </a:pPr>
            <a:r>
              <a:rPr lang="pt-BR" sz="1000"/>
              <a:t>| &lt;S: "s"&gt;</a:t>
            </a:r>
          </a:p>
          <a:p>
            <a:pPr marL="114300" indent="0">
              <a:buNone/>
            </a:pPr>
            <a:r>
              <a:rPr lang="pt-BR" sz="1000"/>
              <a:t>| &lt;MIN: "min"&gt;</a:t>
            </a:r>
          </a:p>
          <a:p>
            <a:pPr marL="114300" indent="0">
              <a:buNone/>
            </a:pPr>
            <a:r>
              <a:rPr lang="pt-BR" sz="1000"/>
              <a:t>| &lt;H: "h"&gt;</a:t>
            </a:r>
          </a:p>
          <a:p>
            <a:pPr marL="114300" indent="0">
              <a:buFont typeface="Roboto"/>
              <a:buNone/>
            </a:pPr>
            <a:endParaRPr lang="pt-BR" sz="1000"/>
          </a:p>
          <a:p>
            <a:pPr marL="114300" indent="0">
              <a:buFont typeface="Roboto"/>
              <a:buNone/>
            </a:pPr>
            <a:endParaRPr lang="pt-BR" sz="1000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56A7B56B-4966-4FBB-990F-4D72FFB36DA2}"/>
              </a:ext>
            </a:extLst>
          </p:cNvPr>
          <p:cNvSpPr txBox="1">
            <a:spLocks/>
          </p:cNvSpPr>
          <p:nvPr/>
        </p:nvSpPr>
        <p:spPr>
          <a:xfrm>
            <a:off x="4170361" y="1154665"/>
            <a:ext cx="226791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900"/>
              <a:t>// Frequências do Serial Monitor</a:t>
            </a:r>
          </a:p>
          <a:p>
            <a:pPr marL="114300" indent="0">
              <a:buNone/>
            </a:pPr>
            <a:r>
              <a:rPr lang="pt-BR" sz="900"/>
              <a:t>| &lt;FREQ_300: "300"&gt;</a:t>
            </a:r>
          </a:p>
          <a:p>
            <a:pPr marL="114300" indent="0">
              <a:buNone/>
            </a:pPr>
            <a:r>
              <a:rPr lang="pt-BR" sz="900"/>
              <a:t>| &lt;FREQ_600: "600"&gt;</a:t>
            </a:r>
          </a:p>
          <a:p>
            <a:pPr marL="114300" indent="0">
              <a:buNone/>
            </a:pPr>
            <a:r>
              <a:rPr lang="pt-BR" sz="900"/>
              <a:t>[...]</a:t>
            </a:r>
          </a:p>
          <a:p>
            <a:pPr marL="114300" indent="0">
              <a:buNone/>
            </a:pPr>
            <a:r>
              <a:rPr lang="pt-BR" sz="900"/>
              <a:t>| &lt;FREQ_115200: "115200"&gt;</a:t>
            </a:r>
          </a:p>
          <a:p>
            <a:pPr marL="114300" indent="0">
              <a:buNone/>
            </a:pPr>
            <a:endParaRPr lang="pt-BR" sz="900"/>
          </a:p>
          <a:p>
            <a:pPr marL="114300" indent="0">
              <a:buNone/>
            </a:pPr>
            <a:r>
              <a:rPr lang="pt-BR" sz="900"/>
              <a:t>// Tipos de variáveis</a:t>
            </a:r>
          </a:p>
          <a:p>
            <a:pPr marL="114300" indent="0">
              <a:buNone/>
            </a:pPr>
            <a:r>
              <a:rPr lang="pt-BR" sz="900"/>
              <a:t>| &lt;BYTE: "byte"&gt;</a:t>
            </a:r>
          </a:p>
          <a:p>
            <a:pPr marL="114300" indent="0">
              <a:buNone/>
            </a:pPr>
            <a:r>
              <a:rPr lang="pt-BR" sz="900"/>
              <a:t>| &lt;INT: "</a:t>
            </a:r>
            <a:r>
              <a:rPr lang="pt-BR" sz="900" err="1"/>
              <a:t>int</a:t>
            </a:r>
            <a:r>
              <a:rPr lang="pt-BR" sz="900"/>
              <a:t>"&gt;</a:t>
            </a:r>
          </a:p>
          <a:p>
            <a:pPr marL="114300" indent="0">
              <a:buNone/>
            </a:pPr>
            <a:r>
              <a:rPr lang="pt-BR" sz="900"/>
              <a:t>| &lt;UNSIGNED_INT: "</a:t>
            </a:r>
            <a:r>
              <a:rPr lang="pt-BR" sz="900" err="1"/>
              <a:t>unsigned</a:t>
            </a:r>
            <a:r>
              <a:rPr lang="pt-BR" sz="900"/>
              <a:t> </a:t>
            </a:r>
            <a:r>
              <a:rPr lang="pt-BR" sz="900" err="1"/>
              <a:t>int</a:t>
            </a:r>
            <a:r>
              <a:rPr lang="pt-BR" sz="900"/>
              <a:t>"&gt;</a:t>
            </a:r>
          </a:p>
          <a:p>
            <a:pPr marL="114300" indent="0">
              <a:buNone/>
            </a:pPr>
            <a:r>
              <a:rPr lang="pt-BR" sz="900"/>
              <a:t>| &lt;LONG: "</a:t>
            </a:r>
            <a:r>
              <a:rPr lang="pt-BR" sz="900" err="1"/>
              <a:t>long</a:t>
            </a:r>
            <a:r>
              <a:rPr lang="pt-BR" sz="900"/>
              <a:t>"&gt;</a:t>
            </a:r>
          </a:p>
          <a:p>
            <a:pPr marL="114300" indent="0">
              <a:buNone/>
            </a:pPr>
            <a:r>
              <a:rPr lang="pt-BR" sz="900"/>
              <a:t>| &lt;UNSIGNED_LONG: "</a:t>
            </a:r>
            <a:r>
              <a:rPr lang="pt-BR" sz="900" err="1"/>
              <a:t>unsigned</a:t>
            </a:r>
            <a:r>
              <a:rPr lang="pt-BR" sz="900"/>
              <a:t> </a:t>
            </a:r>
            <a:r>
              <a:rPr lang="pt-BR" sz="900" err="1"/>
              <a:t>long</a:t>
            </a:r>
            <a:r>
              <a:rPr lang="pt-BR" sz="900"/>
              <a:t>"&gt;</a:t>
            </a:r>
          </a:p>
          <a:p>
            <a:pPr marL="114300" indent="0">
              <a:buNone/>
            </a:pPr>
            <a:r>
              <a:rPr lang="pt-BR" sz="900"/>
              <a:t>| &lt;FLOAT: "real"&gt;</a:t>
            </a:r>
          </a:p>
          <a:p>
            <a:pPr marL="114300" indent="0">
              <a:buNone/>
            </a:pPr>
            <a:r>
              <a:rPr lang="pt-BR" sz="900"/>
              <a:t>| &lt;CHAR: "char"&gt;</a:t>
            </a:r>
          </a:p>
          <a:p>
            <a:pPr marL="114300" indent="0">
              <a:buNone/>
            </a:pPr>
            <a:r>
              <a:rPr lang="pt-BR" sz="900"/>
              <a:t>| &lt;STRING_TYPE: "String"&gt;</a:t>
            </a:r>
          </a:p>
          <a:p>
            <a:pPr marL="114300" indent="0">
              <a:buNone/>
            </a:pPr>
            <a:r>
              <a:rPr lang="pt-BR" sz="900"/>
              <a:t>| &lt;BOOLEAN: "</a:t>
            </a:r>
            <a:r>
              <a:rPr lang="pt-BR" sz="900" err="1"/>
              <a:t>Boolean</a:t>
            </a:r>
            <a:r>
              <a:rPr lang="pt-BR" sz="900"/>
              <a:t>"&gt;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0924D949-BD3F-D0EC-89F5-B4544F682C8C}"/>
              </a:ext>
            </a:extLst>
          </p:cNvPr>
          <p:cNvSpPr txBox="1">
            <a:spLocks/>
          </p:cNvSpPr>
          <p:nvPr/>
        </p:nvSpPr>
        <p:spPr>
          <a:xfrm>
            <a:off x="6438275" y="1128221"/>
            <a:ext cx="21017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900"/>
              <a:t>// Literais e identificadores</a:t>
            </a:r>
          </a:p>
          <a:p>
            <a:pPr marL="114300" indent="0">
              <a:buNone/>
            </a:pPr>
            <a:r>
              <a:rPr lang="pt-BR" sz="900"/>
              <a:t>TOKEN: {</a:t>
            </a:r>
          </a:p>
          <a:p>
            <a:pPr marL="114300" indent="0">
              <a:buNone/>
            </a:pPr>
            <a:r>
              <a:rPr lang="pt-BR" sz="900"/>
              <a:t>  &lt;NUM_FLT: (["0"-"9"])+ "." (["0"-"9"])+ &gt;</a:t>
            </a:r>
          </a:p>
          <a:p>
            <a:pPr marL="114300" indent="0">
              <a:buNone/>
            </a:pPr>
            <a:r>
              <a:rPr lang="pt-BR" sz="900"/>
              <a:t>| &lt;NUM_INT: (["0"-"9"])+ &gt;</a:t>
            </a:r>
          </a:p>
          <a:p>
            <a:pPr marL="114300" indent="0">
              <a:buNone/>
            </a:pPr>
            <a:r>
              <a:rPr lang="pt-BR" sz="900"/>
              <a:t>| &lt;PINO_ANALOGICO: "A" (["0"-"5"]) &gt;</a:t>
            </a:r>
          </a:p>
          <a:p>
            <a:pPr marL="114300" indent="0">
              <a:buNone/>
            </a:pPr>
            <a:r>
              <a:rPr lang="pt-BR" sz="900"/>
              <a:t>| &lt;STRING: "\"" (~["\""])* "\""&gt;</a:t>
            </a:r>
          </a:p>
          <a:p>
            <a:pPr marL="114300" indent="0">
              <a:buNone/>
            </a:pPr>
            <a:r>
              <a:rPr lang="pt-BR" sz="900"/>
              <a:t>| &lt;IDENTIFIER: ["a"-"</a:t>
            </a:r>
            <a:r>
              <a:rPr lang="pt-BR" sz="900" err="1"/>
              <a:t>z","A</a:t>
            </a:r>
            <a:r>
              <a:rPr lang="pt-BR" sz="900"/>
              <a:t>"-"Z","_"] (["a"-"z","A"-"Z","_","0"-"9"])* &gt;</a:t>
            </a:r>
          </a:p>
          <a:p>
            <a:pPr marL="114300" indent="0">
              <a:buNone/>
            </a:pPr>
            <a:r>
              <a:rPr lang="pt-BR" sz="900"/>
              <a:t>}</a:t>
            </a:r>
          </a:p>
          <a:p>
            <a:pPr marL="114300" indent="0">
              <a:buNone/>
            </a:pPr>
            <a:r>
              <a:rPr lang="pt-BR" sz="900"/>
              <a:t>TOKEN: { /* Operadores */</a:t>
            </a:r>
          </a:p>
          <a:p>
            <a:pPr marL="114300" indent="0">
              <a:buNone/>
            </a:pPr>
            <a:r>
              <a:rPr lang="pt-BR" sz="900"/>
              <a:t>TOKEN: { /* COMMENTS */</a:t>
            </a:r>
          </a:p>
          <a:p>
            <a:pPr marL="114300" indent="0">
              <a:buNone/>
            </a:pPr>
            <a:r>
              <a:rPr lang="pt-BR" sz="900"/>
              <a:t>SKIP : /* WHITE SPACE */</a:t>
            </a:r>
          </a:p>
          <a:p>
            <a:pPr marL="114300" indent="0">
              <a:buNone/>
            </a:pPr>
            <a:r>
              <a:rPr lang="pt-BR" sz="900"/>
              <a:t>TOKEN : /* SEPARATORS */</a:t>
            </a:r>
          </a:p>
        </p:txBody>
      </p:sp>
    </p:spTree>
    <p:extLst>
      <p:ext uri="{BB962C8B-B14F-4D97-AF65-F5344CB8AC3E}">
        <p14:creationId xmlns:p14="http://schemas.microsoft.com/office/powerpoint/2010/main" val="143054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84BCC-F911-11BF-43DC-9CD04E190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4DCB2-2526-EFC3-7633-1584C3518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BNF – Principais pontos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2A70C8-C12B-79EE-20CB-FF546F7E4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28221"/>
            <a:ext cx="1756943" cy="34164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pt-BR" sz="900" b="1"/>
              <a:t>Start</a:t>
            </a:r>
            <a:r>
              <a:rPr lang="pt-BR" sz="900"/>
              <a:t>:=</a:t>
            </a:r>
          </a:p>
          <a:p>
            <a:pPr marL="114300" indent="0">
              <a:buNone/>
            </a:pPr>
            <a:r>
              <a:rPr lang="en-US" sz="900"/>
              <a:t>(</a:t>
            </a:r>
          </a:p>
          <a:p>
            <a:pPr marL="114300" indent="0">
              <a:buNone/>
            </a:pPr>
            <a:r>
              <a:rPr lang="en-US" sz="900"/>
              <a:t>    Config()</a:t>
            </a:r>
          </a:p>
          <a:p>
            <a:pPr marL="114300" indent="0">
              <a:buNone/>
            </a:pPr>
            <a:r>
              <a:rPr lang="en-US" sz="900"/>
              <a:t>  | Execute() </a:t>
            </a:r>
          </a:p>
          <a:p>
            <a:pPr marL="114300" indent="0">
              <a:buNone/>
            </a:pPr>
            <a:r>
              <a:rPr lang="en-US" sz="900"/>
              <a:t>  | </a:t>
            </a:r>
            <a:r>
              <a:rPr lang="en-US" sz="900" err="1"/>
              <a:t>Funcao</a:t>
            </a:r>
            <a:r>
              <a:rPr lang="en-US" sz="900"/>
              <a:t>()</a:t>
            </a:r>
          </a:p>
          <a:p>
            <a:pPr marL="114300" indent="0">
              <a:buNone/>
            </a:pPr>
            <a:r>
              <a:rPr lang="en-US" sz="900"/>
              <a:t>  | </a:t>
            </a:r>
            <a:r>
              <a:rPr lang="en-US" sz="900" err="1"/>
              <a:t>SingleLineComment</a:t>
            </a:r>
            <a:r>
              <a:rPr lang="en-US" sz="900"/>
              <a:t>()</a:t>
            </a:r>
          </a:p>
          <a:p>
            <a:pPr marL="114300" indent="0">
              <a:buNone/>
            </a:pPr>
            <a:r>
              <a:rPr lang="en-US" sz="900"/>
              <a:t>  | </a:t>
            </a:r>
            <a:r>
              <a:rPr lang="en-US" sz="900" err="1"/>
              <a:t>MultiLineComment</a:t>
            </a:r>
            <a:r>
              <a:rPr lang="en-US" sz="900"/>
              <a:t>()</a:t>
            </a:r>
          </a:p>
          <a:p>
            <a:pPr marL="114300" indent="0">
              <a:buNone/>
            </a:pPr>
            <a:r>
              <a:rPr lang="en-US" sz="900"/>
              <a:t>  | </a:t>
            </a:r>
            <a:r>
              <a:rPr lang="en-US" sz="900" err="1"/>
              <a:t>FormalComment</a:t>
            </a:r>
            <a:r>
              <a:rPr lang="en-US" sz="900"/>
              <a:t>()</a:t>
            </a:r>
          </a:p>
          <a:p>
            <a:pPr marL="114300" indent="0">
              <a:buNone/>
            </a:pPr>
            <a:r>
              <a:rPr lang="en-US" sz="900"/>
              <a:t>  | </a:t>
            </a:r>
            <a:r>
              <a:rPr lang="en-US" sz="900" err="1"/>
              <a:t>DecVar</a:t>
            </a:r>
            <a:r>
              <a:rPr lang="en-US" sz="900"/>
              <a:t>()</a:t>
            </a:r>
          </a:p>
          <a:p>
            <a:pPr marL="114300" indent="0">
              <a:buNone/>
            </a:pPr>
            <a:r>
              <a:rPr lang="en-US" sz="900"/>
              <a:t>  )*</a:t>
            </a:r>
          </a:p>
          <a:p>
            <a:pPr marL="114300" indent="0">
              <a:buNone/>
            </a:pPr>
            <a:r>
              <a:rPr lang="en-US" sz="900"/>
              <a:t>  &lt;EOF&gt;</a:t>
            </a:r>
            <a:endParaRPr lang="pt-BR" sz="900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EF3762EA-A7D0-5069-7478-4837792B59ED}"/>
              </a:ext>
            </a:extLst>
          </p:cNvPr>
          <p:cNvSpPr txBox="1">
            <a:spLocks/>
          </p:cNvSpPr>
          <p:nvPr/>
        </p:nvSpPr>
        <p:spPr>
          <a:xfrm>
            <a:off x="2068643" y="1128221"/>
            <a:ext cx="21017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Font typeface="Roboto"/>
              <a:buNone/>
            </a:pPr>
            <a:r>
              <a:rPr lang="pt-BR" sz="1000" b="1" err="1"/>
              <a:t>Funcao</a:t>
            </a:r>
            <a:r>
              <a:rPr lang="pt-BR" sz="1000"/>
              <a:t> :=</a:t>
            </a:r>
          </a:p>
          <a:p>
            <a:pPr marL="114300" indent="0">
              <a:buNone/>
            </a:pPr>
            <a:r>
              <a:rPr lang="pt-BR" sz="1000"/>
              <a:t>  &lt;FUNCAO&gt; &lt;IDENTIFIER&gt; "(" (</a:t>
            </a:r>
            <a:r>
              <a:rPr lang="pt-BR" sz="1000" err="1"/>
              <a:t>Parametros</a:t>
            </a:r>
            <a:r>
              <a:rPr lang="pt-BR" sz="1000"/>
              <a:t>())? ")" ( ":" </a:t>
            </a:r>
            <a:r>
              <a:rPr lang="pt-BR" sz="1000" err="1"/>
              <a:t>TipoRetorno</a:t>
            </a:r>
            <a:r>
              <a:rPr lang="pt-BR" sz="1000"/>
              <a:t>() )? "{" (</a:t>
            </a:r>
          </a:p>
          <a:p>
            <a:pPr marL="114300" indent="0">
              <a:buNone/>
            </a:pPr>
            <a:r>
              <a:rPr lang="pt-BR" sz="1000"/>
              <a:t>    Comando()</a:t>
            </a:r>
          </a:p>
          <a:p>
            <a:pPr marL="114300" indent="0">
              <a:buNone/>
            </a:pPr>
            <a:r>
              <a:rPr lang="pt-BR" sz="1000"/>
              <a:t>  | </a:t>
            </a:r>
            <a:r>
              <a:rPr lang="pt-BR" sz="1000" err="1"/>
              <a:t>SingleLineComment</a:t>
            </a:r>
            <a:r>
              <a:rPr lang="pt-BR" sz="1000"/>
              <a:t>()</a:t>
            </a:r>
          </a:p>
          <a:p>
            <a:pPr marL="114300" indent="0">
              <a:buNone/>
            </a:pPr>
            <a:r>
              <a:rPr lang="pt-BR" sz="1000"/>
              <a:t>  | </a:t>
            </a:r>
            <a:r>
              <a:rPr lang="pt-BR" sz="1000" err="1"/>
              <a:t>MultiLineComment</a:t>
            </a:r>
            <a:r>
              <a:rPr lang="pt-BR" sz="1000"/>
              <a:t>()</a:t>
            </a:r>
          </a:p>
          <a:p>
            <a:pPr marL="114300" indent="0">
              <a:buNone/>
            </a:pPr>
            <a:r>
              <a:rPr lang="pt-BR" sz="1000"/>
              <a:t>  | </a:t>
            </a:r>
            <a:r>
              <a:rPr lang="pt-BR" sz="1000" err="1"/>
              <a:t>FormalComment</a:t>
            </a:r>
            <a:r>
              <a:rPr lang="pt-BR" sz="1000"/>
              <a:t>()</a:t>
            </a:r>
          </a:p>
          <a:p>
            <a:pPr marL="114300" indent="0">
              <a:buNone/>
            </a:pPr>
            <a:r>
              <a:rPr lang="pt-BR" sz="1000"/>
              <a:t>  | Retorne()</a:t>
            </a:r>
          </a:p>
          <a:p>
            <a:pPr marL="114300" indent="0">
              <a:buNone/>
            </a:pPr>
            <a:r>
              <a:rPr lang="pt-BR" sz="1000"/>
              <a:t>  )* "}"</a:t>
            </a:r>
          </a:p>
          <a:p>
            <a:pPr marL="114300" indent="0">
              <a:buFont typeface="Roboto"/>
              <a:buNone/>
            </a:pPr>
            <a:endParaRPr lang="pt-BR" sz="1000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E16DFFED-2902-CFBB-6690-03240586A866}"/>
              </a:ext>
            </a:extLst>
          </p:cNvPr>
          <p:cNvSpPr txBox="1">
            <a:spLocks/>
          </p:cNvSpPr>
          <p:nvPr/>
        </p:nvSpPr>
        <p:spPr>
          <a:xfrm>
            <a:off x="4170361" y="1154665"/>
            <a:ext cx="2267914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900" b="1" err="1"/>
              <a:t>Config</a:t>
            </a:r>
            <a:r>
              <a:rPr lang="pt-BR" sz="900"/>
              <a:t> :=</a:t>
            </a:r>
          </a:p>
          <a:p>
            <a:pPr marL="114300" indent="0">
              <a:buNone/>
            </a:pPr>
            <a:r>
              <a:rPr lang="pt-BR" sz="900"/>
              <a:t>&lt;CONFIG&gt; "{" (</a:t>
            </a:r>
          </a:p>
          <a:p>
            <a:pPr marL="114300" indent="0">
              <a:buNone/>
            </a:pPr>
            <a:r>
              <a:rPr lang="pt-BR" sz="900"/>
              <a:t>    </a:t>
            </a:r>
            <a:r>
              <a:rPr lang="pt-BR" sz="900" err="1"/>
              <a:t>PinMode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FreqMonitor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DecVar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SingleLineComment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MultiLineComment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FormalComment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)* "}“</a:t>
            </a:r>
          </a:p>
          <a:p>
            <a:pPr marL="114300" indent="0">
              <a:buNone/>
            </a:pPr>
            <a:endParaRPr lang="pt-BR" sz="900"/>
          </a:p>
          <a:p>
            <a:pPr marL="114300" indent="0">
              <a:buNone/>
            </a:pPr>
            <a:r>
              <a:rPr lang="pt-BR" sz="900" b="1"/>
              <a:t>Execute</a:t>
            </a:r>
            <a:r>
              <a:rPr lang="pt-BR" sz="900"/>
              <a:t> :=</a:t>
            </a:r>
          </a:p>
          <a:p>
            <a:pPr marL="114300" indent="0">
              <a:buNone/>
            </a:pPr>
            <a:r>
              <a:rPr lang="pt-BR" sz="900"/>
              <a:t>&lt;EXECUTE&gt; "{" (</a:t>
            </a:r>
          </a:p>
          <a:p>
            <a:pPr marL="114300" indent="0">
              <a:buNone/>
            </a:pPr>
            <a:r>
              <a:rPr lang="pt-BR" sz="900"/>
              <a:t>    Comando()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SingleLineComment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MultiLineComment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FormalComment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)* "}“</a:t>
            </a:r>
          </a:p>
          <a:p>
            <a:pPr marL="114300" indent="0">
              <a:buNone/>
            </a:pPr>
            <a:endParaRPr lang="pt-BR" sz="900"/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20249EDB-49CF-6928-98F7-067E1E6E3603}"/>
              </a:ext>
            </a:extLst>
          </p:cNvPr>
          <p:cNvSpPr txBox="1">
            <a:spLocks/>
          </p:cNvSpPr>
          <p:nvPr/>
        </p:nvSpPr>
        <p:spPr>
          <a:xfrm>
            <a:off x="6438275" y="1128221"/>
            <a:ext cx="210171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114300" indent="0">
              <a:buNone/>
            </a:pPr>
            <a:r>
              <a:rPr lang="pt-BR" sz="900" b="1"/>
              <a:t>Comando</a:t>
            </a:r>
            <a:r>
              <a:rPr lang="pt-BR" sz="900"/>
              <a:t> :=</a:t>
            </a:r>
          </a:p>
          <a:p>
            <a:pPr marL="114300" indent="0">
              <a:buNone/>
            </a:pPr>
            <a:r>
              <a:rPr lang="pt-BR" sz="900"/>
              <a:t>( </a:t>
            </a:r>
          </a:p>
          <a:p>
            <a:pPr marL="114300" indent="0">
              <a:buNone/>
            </a:pPr>
            <a:r>
              <a:rPr lang="pt-BR" sz="900"/>
              <a:t>    </a:t>
            </a:r>
            <a:r>
              <a:rPr lang="pt-BR" sz="900" err="1"/>
              <a:t>PinMode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Delay() 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Read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DigitalWrite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AnalogWrite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SerialPrint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DecVar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</a:t>
            </a:r>
            <a:r>
              <a:rPr lang="pt-BR" sz="900" err="1"/>
              <a:t>SeSenao</a:t>
            </a:r>
            <a:r>
              <a:rPr lang="pt-BR" sz="900"/>
              <a:t>() </a:t>
            </a:r>
          </a:p>
          <a:p>
            <a:pPr marL="114300" indent="0">
              <a:buNone/>
            </a:pPr>
            <a:r>
              <a:rPr lang="pt-BR" sz="900"/>
              <a:t>  | Repita() </a:t>
            </a:r>
          </a:p>
          <a:p>
            <a:pPr marL="114300" indent="0">
              <a:buNone/>
            </a:pPr>
            <a:r>
              <a:rPr lang="pt-BR" sz="900"/>
              <a:t>  | LOOKAHEAD( &lt;IDENTIFIER&gt; "=" ) </a:t>
            </a:r>
            <a:r>
              <a:rPr lang="pt-BR" sz="900" err="1"/>
              <a:t>Atribuicao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| LOOKAHEAD( &lt;IDENTIFIER&gt; "(" ) </a:t>
            </a:r>
            <a:r>
              <a:rPr lang="pt-BR" sz="900" err="1"/>
              <a:t>ChamadaFuncao</a:t>
            </a:r>
            <a:r>
              <a:rPr lang="pt-BR" sz="900"/>
              <a:t>()</a:t>
            </a:r>
          </a:p>
          <a:p>
            <a:pPr marL="114300" indent="0">
              <a:buNone/>
            </a:pPr>
            <a:r>
              <a:rPr lang="pt-BR" sz="900"/>
              <a:t>  )</a:t>
            </a:r>
          </a:p>
        </p:txBody>
      </p:sp>
    </p:spTree>
    <p:extLst>
      <p:ext uri="{BB962C8B-B14F-4D97-AF65-F5344CB8AC3E}">
        <p14:creationId xmlns:p14="http://schemas.microsoft.com/office/powerpoint/2010/main" val="1938927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6531-30F5-39D8-E093-33FE3D5D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55148-110D-2861-DD7E-9BC903C70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Visitors</a:t>
            </a:r>
            <a:r>
              <a:rPr lang="pt-BR"/>
              <a:t>: Visitor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33A073-E8FB-584B-D617-1F9AF23B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89" y="1115722"/>
            <a:ext cx="3398366" cy="319420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2A89AC5-9FBD-B143-DEDD-052681DA1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29389"/>
            <a:ext cx="3697655" cy="356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164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6D4C-45E3-324E-FB2D-A9B131CAC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03BF8-3841-52C4-BF89-9E1DF73C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1: Original X Gerado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000396-6FA7-D701-67D6-34D4851B4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40" y="1295220"/>
            <a:ext cx="2252696" cy="255305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5A6AC96-09E0-F38F-EA2D-2A2134643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065" y="1295220"/>
            <a:ext cx="2943636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4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96379-3D96-CAA7-28BD-63FB7B89C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2: Original X Gerado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34CC02-8E3E-6B95-1285-0FCD19B25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12" y="1040685"/>
            <a:ext cx="3036926" cy="371703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ECF204-4648-A4B8-D6B8-4555B3D04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664" y="1040685"/>
            <a:ext cx="3252123" cy="37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76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A8EB-09E9-A6CF-D4EF-5AE85DBE7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71F8F-B734-BAE7-5D45-0EB8BD0E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 3: Original X Gerado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E8F333-46D8-03F1-E67F-EF5303BE4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07" y="1017825"/>
            <a:ext cx="2374800" cy="370560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A1BFC07-5535-7119-220E-208439E3E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394" y="1017825"/>
            <a:ext cx="2168037" cy="37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1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197" name="Google Shape;197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462100" cy="13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80000"/>
              </a:lnSpc>
              <a:buClr>
                <a:schemeClr val="dk1"/>
              </a:buClr>
              <a:buSzPts val="935"/>
            </a:pPr>
            <a:r>
              <a:rPr lang="pt-BR" sz="1800"/>
              <a:t>Desenvolvimento de uma DSL para projetos em Arduino</a:t>
            </a:r>
            <a:endParaRPr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Simple Light</vt:lpstr>
      <vt:lpstr>Arduino DSL</vt:lpstr>
      <vt:lpstr>Introdução</vt:lpstr>
      <vt:lpstr>Problema</vt:lpstr>
      <vt:lpstr>Abordagens</vt:lpstr>
      <vt:lpstr>Visitors</vt:lpstr>
      <vt:lpstr>Visitors: Gramática </vt:lpstr>
      <vt:lpstr>BNF – Principais pontos</vt:lpstr>
      <vt:lpstr>Visitors: Visitor</vt:lpstr>
      <vt:lpstr>Exemplo 1: Original X Gerado</vt:lpstr>
      <vt:lpstr>Exemplo 2: Original X Gerado</vt:lpstr>
      <vt:lpstr>Exemplo 3: Original X Gerado</vt:lpstr>
      <vt:lpstr>Dúvidas?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Marcus Vinícius de Faria Santos</dc:creator>
  <cp:revision>1</cp:revision>
  <dcterms:modified xsi:type="dcterms:W3CDTF">2025-12-02T13:30:23Z</dcterms:modified>
</cp:coreProperties>
</file>